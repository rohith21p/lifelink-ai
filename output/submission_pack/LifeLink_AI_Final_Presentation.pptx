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LifeLink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Intelligent Donor-Patient Matching and Healthcare Coordination System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Final Year Project Presentation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Hospitals manage donor and patient workflows across disconnected tools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Critical case delays occur due to manual matching and communication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Limited visibility of blood stock risk and review bottlenecks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Project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Create one integrated healthcare coordination platform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Enable explainable matching with operational dashboards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Design an AI-ready architecture for future intelligent upgrades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Centralize patient, donor, and match lifecycle data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Improve decision speed with score breakdowns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Provide end-to-end traceability and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Frontend: Next.js + TypeScript + Tailwind CSS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Backend: NestJS REST APIs with DTO validation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Database: PostgreSQL with Prisma ORM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Deployment: Docker and docker-compose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Patient management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Donor management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Match workflow and review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Notifications, reports, blood bank,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Normalized relational schema with PK/FK constraints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Index-driven query optimization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Audit fields for lifecycle and compliance readiness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Matching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Rule-based compatibility engine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Factors: blood group, location, availability, donation type, risk flags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Stored score breakdown supports explainable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Patient and Donor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Structured forms with validation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Medical profile and request details captured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Coordinator-ready list and detail 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463040"/>
            <a:ext cx="2743200" cy="3474720"/>
          </a:xfrm>
          <a:prstGeom prst="roundRect">
            <a:avLst/>
          </a:prstGeom>
          <a:solidFill>
            <a:srgbClr val="E8F1FA"/>
          </a:solidFill>
          <a:ln>
            <a:solidFill>
              <a:srgbClr val="7EB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284B78"/>
                </a:solidFill>
              </a:defRPr>
            </a:pPr>
            <a:r>
              <a:t>UI Screenshot Placeholder</a:t>
            </a:r>
          </a:p>
          <a:p>
            <a:pPr>
              <a:defRPr sz="1300">
                <a:solidFill>
                  <a:srgbClr val="284B78"/>
                </a:solidFill>
              </a:defRPr>
            </a:pPr>
            <a:r>
              <a:t>Insert final captured screens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Match Review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Actions: review, shortlist, approve, reject, notify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Status transitions and review notes are logged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Timeline placeholder for complete case traceability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463040"/>
            <a:ext cx="2743200" cy="3474720"/>
          </a:xfrm>
          <a:prstGeom prst="roundRect">
            <a:avLst/>
          </a:prstGeom>
          <a:solidFill>
            <a:srgbClr val="E8F1FA"/>
          </a:solidFill>
          <a:ln>
            <a:solidFill>
              <a:srgbClr val="7EB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284B78"/>
                </a:solidFill>
              </a:defRPr>
            </a:pPr>
            <a:r>
              <a:t>UI Screenshot Placeholder</a:t>
            </a:r>
          </a:p>
          <a:p>
            <a:pPr>
              <a:defRPr sz="1300">
                <a:solidFill>
                  <a:srgbClr val="284B78"/>
                </a:solidFill>
              </a:defRPr>
            </a:pPr>
            <a:r>
              <a:t>Insert final captured screens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Reports and Intelligence Placeholder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Report metadata upload and listing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Mock extraction service returns parsed summary fields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UI shows extraction status and summarized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463040"/>
            <a:ext cx="2743200" cy="3474720"/>
          </a:xfrm>
          <a:prstGeom prst="roundRect">
            <a:avLst/>
          </a:prstGeom>
          <a:solidFill>
            <a:srgbClr val="E8F1FA"/>
          </a:solidFill>
          <a:ln>
            <a:solidFill>
              <a:srgbClr val="7EB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284B78"/>
                </a:solidFill>
              </a:defRPr>
            </a:pPr>
            <a:r>
              <a:t>UI Screenshot Placeholder</a:t>
            </a:r>
          </a:p>
          <a:p>
            <a:pPr>
              <a:defRPr sz="1300">
                <a:solidFill>
                  <a:srgbClr val="284B78"/>
                </a:solidFill>
              </a:defRPr>
            </a:pPr>
            <a:r>
              <a:t>Insert final captured screens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Blood Bank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Group-wise stock visibility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Low stock alerts and recent stock activity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Basic blood request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463040"/>
            <a:ext cx="2743200" cy="3474720"/>
          </a:xfrm>
          <a:prstGeom prst="roundRect">
            <a:avLst/>
          </a:prstGeom>
          <a:solidFill>
            <a:srgbClr val="E8F1FA"/>
          </a:solidFill>
          <a:ln>
            <a:solidFill>
              <a:srgbClr val="7EB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284B78"/>
                </a:solidFill>
              </a:defRPr>
            </a:pPr>
            <a:r>
              <a:t>UI Screenshot Placeholder</a:t>
            </a:r>
          </a:p>
          <a:p>
            <a:pPr>
              <a:defRPr sz="1300">
                <a:solidFill>
                  <a:srgbClr val="284B78"/>
                </a:solidFill>
              </a:defRPr>
            </a:pPr>
            <a:r>
              <a:t>Insert final captured screens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Notification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In-app notifications and dispatch logs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Mock channel adapters: SMS, Email, WhatsApp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Template-driven event notifications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Dashboard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Counts: patients, donors, matches, pending reviews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Alerts: low stock and urgent workflows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Recent notifications and activity feed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463040"/>
            <a:ext cx="2743200" cy="3474720"/>
          </a:xfrm>
          <a:prstGeom prst="roundRect">
            <a:avLst/>
          </a:prstGeom>
          <a:solidFill>
            <a:srgbClr val="E8F1FA"/>
          </a:solidFill>
          <a:ln>
            <a:solidFill>
              <a:srgbClr val="7EB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284B78"/>
                </a:solidFill>
              </a:defRPr>
            </a:pPr>
            <a:r>
              <a:t>UI Screenshot Placeholder</a:t>
            </a:r>
          </a:p>
          <a:p>
            <a:pPr>
              <a:defRPr sz="1300">
                <a:solidFill>
                  <a:srgbClr val="284B78"/>
                </a:solidFill>
              </a:defRPr>
            </a:pPr>
            <a:r>
              <a:t>Insert final captured screens 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Startup, API, database, workflow, and dashboard validation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Expected versus actual test matrix maintained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Regression checks for backward compatibility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All primary modules integrated end-to-end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Stable API behavior with validation errors surfaced correctly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Persistent records confirmed in PostgreSQL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Authentication and RBAC intentionally deferred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External communication adapters are mocked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AI extraction currently placeholder-driven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Auth and role governance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Advanced AI matching and extraction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Map-based donor finder and predictive analytics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LifeLink AI delivers a robust healthcare coordination foundation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Architecture is scalable for product-level evolution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Demonstrates strong academic and practical relevance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4687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Questions and viva discussion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Prepared by: Project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